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3CADAC-0BAF-49C5-9B1F-95EE5ED9EC15}" v="3" dt="2026-09-19T03:34:26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khitha H R" userId="ebddf3343d077d9d" providerId="LiveId" clId="{2468F8B7-BF52-40EB-A11B-72093FA2C839}"/>
    <pc:docChg chg="undo custSel addSld delSld modSld">
      <pc:chgData name="Likhitha H R" userId="ebddf3343d077d9d" providerId="LiveId" clId="{2468F8B7-BF52-40EB-A11B-72093FA2C839}" dt="2026-09-19T03:36:10.416" v="437" actId="113"/>
      <pc:docMkLst>
        <pc:docMk/>
      </pc:docMkLst>
      <pc:sldChg chg="addSp delSp modSp mod">
        <pc:chgData name="Likhitha H R" userId="ebddf3343d077d9d" providerId="LiveId" clId="{2468F8B7-BF52-40EB-A11B-72093FA2C839}" dt="2026-09-19T02:51:40.360" v="105" actId="255"/>
        <pc:sldMkLst>
          <pc:docMk/>
          <pc:sldMk cId="672850998" sldId="257"/>
        </pc:sldMkLst>
        <pc:spChg chg="mod">
          <ac:chgData name="Likhitha H R" userId="ebddf3343d077d9d" providerId="LiveId" clId="{2468F8B7-BF52-40EB-A11B-72093FA2C839}" dt="2026-09-19T02:51:40.360" v="105" actId="255"/>
          <ac:spMkLst>
            <pc:docMk/>
            <pc:sldMk cId="672850998" sldId="257"/>
            <ac:spMk id="3" creationId="{A084B609-C21E-BB95-997A-8399A8DD2FED}"/>
          </ac:spMkLst>
        </pc:spChg>
        <pc:spChg chg="del">
          <ac:chgData name="Likhitha H R" userId="ebddf3343d077d9d" providerId="LiveId" clId="{2468F8B7-BF52-40EB-A11B-72093FA2C839}" dt="2026-09-19T02:46:31.537" v="55" actId="26606"/>
          <ac:spMkLst>
            <pc:docMk/>
            <pc:sldMk cId="672850998" sldId="257"/>
            <ac:spMk id="9" creationId="{04812C46-200A-4DEB-A05E-3ED6C68C2387}"/>
          </ac:spMkLst>
        </pc:spChg>
        <pc:spChg chg="del">
          <ac:chgData name="Likhitha H R" userId="ebddf3343d077d9d" providerId="LiveId" clId="{2468F8B7-BF52-40EB-A11B-72093FA2C839}" dt="2026-09-19T02:46:31.537" v="55" actId="26606"/>
          <ac:spMkLst>
            <pc:docMk/>
            <pc:sldMk cId="672850998" sldId="257"/>
            <ac:spMk id="11" creationId="{D1EA859B-E555-4109-94F3-6700E046E008}"/>
          </ac:spMkLst>
        </pc:spChg>
        <pc:spChg chg="add">
          <ac:chgData name="Likhitha H R" userId="ebddf3343d077d9d" providerId="LiveId" clId="{2468F8B7-BF52-40EB-A11B-72093FA2C839}" dt="2026-09-19T02:46:31.537" v="55" actId="26606"/>
          <ac:spMkLst>
            <pc:docMk/>
            <pc:sldMk cId="672850998" sldId="257"/>
            <ac:spMk id="20" creationId="{5D7F64A8-D625-4F61-A290-B499BB62ACFF}"/>
          </ac:spMkLst>
        </pc:spChg>
        <pc:picChg chg="del">
          <ac:chgData name="Likhitha H R" userId="ebddf3343d077d9d" providerId="LiveId" clId="{2468F8B7-BF52-40EB-A11B-72093FA2C839}" dt="2026-09-19T02:46:01.391" v="54" actId="21"/>
          <ac:picMkLst>
            <pc:docMk/>
            <pc:sldMk cId="672850998" sldId="257"/>
            <ac:picMk id="5" creationId="{03731D37-4183-A2E9-2A6D-EB8B61F4B906}"/>
          </ac:picMkLst>
        </pc:picChg>
        <pc:picChg chg="add">
          <ac:chgData name="Likhitha H R" userId="ebddf3343d077d9d" providerId="LiveId" clId="{2468F8B7-BF52-40EB-A11B-72093FA2C839}" dt="2026-09-19T02:46:31.537" v="55" actId="26606"/>
          <ac:picMkLst>
            <pc:docMk/>
            <pc:sldMk cId="672850998" sldId="257"/>
            <ac:picMk id="15" creationId="{5061339B-0E26-0EC9-914A-1F4ADF634DF3}"/>
          </ac:picMkLst>
        </pc:picChg>
        <pc:picChg chg="add">
          <ac:chgData name="Likhitha H R" userId="ebddf3343d077d9d" providerId="LiveId" clId="{2468F8B7-BF52-40EB-A11B-72093FA2C839}" dt="2026-09-19T02:46:31.537" v="55" actId="26606"/>
          <ac:picMkLst>
            <pc:docMk/>
            <pc:sldMk cId="672850998" sldId="257"/>
            <ac:picMk id="17" creationId="{12308857-0B21-4427-B51A-97DDBADAAF10}"/>
          </ac:picMkLst>
        </pc:picChg>
      </pc:sldChg>
      <pc:sldChg chg="addSp delSp modSp mod">
        <pc:chgData name="Likhitha H R" userId="ebddf3343d077d9d" providerId="LiveId" clId="{2468F8B7-BF52-40EB-A11B-72093FA2C839}" dt="2026-09-19T02:53:18.987" v="188" actId="20577"/>
        <pc:sldMkLst>
          <pc:docMk/>
          <pc:sldMk cId="1732383054" sldId="258"/>
        </pc:sldMkLst>
        <pc:spChg chg="mod">
          <ac:chgData name="Likhitha H R" userId="ebddf3343d077d9d" providerId="LiveId" clId="{2468F8B7-BF52-40EB-A11B-72093FA2C839}" dt="2026-09-19T02:53:18.987" v="188" actId="20577"/>
          <ac:spMkLst>
            <pc:docMk/>
            <pc:sldMk cId="1732383054" sldId="258"/>
            <ac:spMk id="3" creationId="{E699B468-FC72-638B-D808-4EA5590A1CAA}"/>
          </ac:spMkLst>
        </pc:spChg>
        <pc:spChg chg="del">
          <ac:chgData name="Likhitha H R" userId="ebddf3343d077d9d" providerId="LiveId" clId="{2468F8B7-BF52-40EB-A11B-72093FA2C839}" dt="2026-09-19T02:46:49.846" v="57" actId="26606"/>
          <ac:spMkLst>
            <pc:docMk/>
            <pc:sldMk cId="1732383054" sldId="258"/>
            <ac:spMk id="9" creationId="{04812C46-200A-4DEB-A05E-3ED6C68C2387}"/>
          </ac:spMkLst>
        </pc:spChg>
        <pc:spChg chg="del">
          <ac:chgData name="Likhitha H R" userId="ebddf3343d077d9d" providerId="LiveId" clId="{2468F8B7-BF52-40EB-A11B-72093FA2C839}" dt="2026-09-19T02:46:49.846" v="57" actId="26606"/>
          <ac:spMkLst>
            <pc:docMk/>
            <pc:sldMk cId="1732383054" sldId="258"/>
            <ac:spMk id="11" creationId="{D1EA859B-E555-4109-94F3-6700E046E008}"/>
          </ac:spMkLst>
        </pc:spChg>
        <pc:spChg chg="add">
          <ac:chgData name="Likhitha H R" userId="ebddf3343d077d9d" providerId="LiveId" clId="{2468F8B7-BF52-40EB-A11B-72093FA2C839}" dt="2026-09-19T02:46:49.846" v="57" actId="26606"/>
          <ac:spMkLst>
            <pc:docMk/>
            <pc:sldMk cId="1732383054" sldId="258"/>
            <ac:spMk id="20" creationId="{5D7F64A8-D625-4F61-A290-B499BB62ACFF}"/>
          </ac:spMkLst>
        </pc:spChg>
        <pc:picChg chg="del mod">
          <ac:chgData name="Likhitha H R" userId="ebddf3343d077d9d" providerId="LiveId" clId="{2468F8B7-BF52-40EB-A11B-72093FA2C839}" dt="2026-09-19T02:46:39.628" v="56" actId="21"/>
          <ac:picMkLst>
            <pc:docMk/>
            <pc:sldMk cId="1732383054" sldId="258"/>
            <ac:picMk id="5" creationId="{ADFE1D74-C6CE-9270-7B8C-6819236F0061}"/>
          </ac:picMkLst>
        </pc:picChg>
        <pc:picChg chg="add">
          <ac:chgData name="Likhitha H R" userId="ebddf3343d077d9d" providerId="LiveId" clId="{2468F8B7-BF52-40EB-A11B-72093FA2C839}" dt="2026-09-19T02:46:49.846" v="57" actId="26606"/>
          <ac:picMkLst>
            <pc:docMk/>
            <pc:sldMk cId="1732383054" sldId="258"/>
            <ac:picMk id="15" creationId="{03329166-4D60-E9AB-9E39-78816590E64C}"/>
          </ac:picMkLst>
        </pc:picChg>
        <pc:picChg chg="add">
          <ac:chgData name="Likhitha H R" userId="ebddf3343d077d9d" providerId="LiveId" clId="{2468F8B7-BF52-40EB-A11B-72093FA2C839}" dt="2026-09-19T02:46:49.846" v="57" actId="26606"/>
          <ac:picMkLst>
            <pc:docMk/>
            <pc:sldMk cId="1732383054" sldId="258"/>
            <ac:picMk id="17" creationId="{34977FA8-EBB4-47AB-9167-455776F6A669}"/>
          </ac:picMkLst>
        </pc:picChg>
      </pc:sldChg>
      <pc:sldChg chg="addSp modSp new mod setBg addAnim">
        <pc:chgData name="Likhitha H R" userId="ebddf3343d077d9d" providerId="LiveId" clId="{2468F8B7-BF52-40EB-A11B-72093FA2C839}" dt="2026-09-19T02:41:42.427" v="24" actId="255"/>
        <pc:sldMkLst>
          <pc:docMk/>
          <pc:sldMk cId="1830323391" sldId="259"/>
        </pc:sldMkLst>
        <pc:spChg chg="add mod">
          <ac:chgData name="Likhitha H R" userId="ebddf3343d077d9d" providerId="LiveId" clId="{2468F8B7-BF52-40EB-A11B-72093FA2C839}" dt="2026-09-19T02:40:03.868" v="19" actId="14100"/>
          <ac:spMkLst>
            <pc:docMk/>
            <pc:sldMk cId="1830323391" sldId="259"/>
            <ac:spMk id="3" creationId="{FFF4FEDA-296B-EBEE-98B0-88817C623336}"/>
          </ac:spMkLst>
        </pc:spChg>
        <pc:spChg chg="add mod">
          <ac:chgData name="Likhitha H R" userId="ebddf3343d077d9d" providerId="LiveId" clId="{2468F8B7-BF52-40EB-A11B-72093FA2C839}" dt="2026-09-19T02:41:42.427" v="24" actId="255"/>
          <ac:spMkLst>
            <pc:docMk/>
            <pc:sldMk cId="1830323391" sldId="259"/>
            <ac:spMk id="5" creationId="{4C518499-232F-7063-52CB-137496A43680}"/>
          </ac:spMkLst>
        </pc:spChg>
        <pc:spChg chg="add">
          <ac:chgData name="Likhitha H R" userId="ebddf3343d077d9d" providerId="LiveId" clId="{2468F8B7-BF52-40EB-A11B-72093FA2C839}" dt="2026-09-19T02:39:48.622" v="15" actId="26606"/>
          <ac:spMkLst>
            <pc:docMk/>
            <pc:sldMk cId="1830323391" sldId="259"/>
            <ac:spMk id="12" creationId="{74751229-0244-4FBB-BED1-407467F4C951}"/>
          </ac:spMkLst>
        </pc:spChg>
        <pc:picChg chg="add">
          <ac:chgData name="Likhitha H R" userId="ebddf3343d077d9d" providerId="LiveId" clId="{2468F8B7-BF52-40EB-A11B-72093FA2C839}" dt="2026-09-19T02:39:48.622" v="15" actId="26606"/>
          <ac:picMkLst>
            <pc:docMk/>
            <pc:sldMk cId="1830323391" sldId="259"/>
            <ac:picMk id="7" creationId="{44C6EF09-62A1-44C2-6B25-25A409A0F875}"/>
          </ac:picMkLst>
        </pc:picChg>
        <pc:picChg chg="add">
          <ac:chgData name="Likhitha H R" userId="ebddf3343d077d9d" providerId="LiveId" clId="{2468F8B7-BF52-40EB-A11B-72093FA2C839}" dt="2026-09-19T02:39:48.622" v="15" actId="26606"/>
          <ac:picMkLst>
            <pc:docMk/>
            <pc:sldMk cId="1830323391" sldId="259"/>
            <ac:picMk id="9" creationId="{7DB1E480-4355-4A22-9CFF-EBD5A4B3598B}"/>
          </ac:picMkLst>
        </pc:picChg>
      </pc:sldChg>
      <pc:sldChg chg="addSp delSp modSp new mod setBg">
        <pc:chgData name="Likhitha H R" userId="ebddf3343d077d9d" providerId="LiveId" clId="{2468F8B7-BF52-40EB-A11B-72093FA2C839}" dt="2026-09-19T03:33:22.608" v="409" actId="20577"/>
        <pc:sldMkLst>
          <pc:docMk/>
          <pc:sldMk cId="4227752848" sldId="260"/>
        </pc:sldMkLst>
        <pc:spChg chg="add mod">
          <ac:chgData name="Likhitha H R" userId="ebddf3343d077d9d" providerId="LiveId" clId="{2468F8B7-BF52-40EB-A11B-72093FA2C839}" dt="2026-09-19T02:44:39.501" v="41" actId="1076"/>
          <ac:spMkLst>
            <pc:docMk/>
            <pc:sldMk cId="4227752848" sldId="260"/>
            <ac:spMk id="3" creationId="{EA49A513-CBF1-2091-3D24-37811408FEC9}"/>
          </ac:spMkLst>
        </pc:spChg>
        <pc:spChg chg="add del">
          <ac:chgData name="Likhitha H R" userId="ebddf3343d077d9d" providerId="LiveId" clId="{2468F8B7-BF52-40EB-A11B-72093FA2C839}" dt="2026-09-19T02:43:23.190" v="28" actId="22"/>
          <ac:spMkLst>
            <pc:docMk/>
            <pc:sldMk cId="4227752848" sldId="260"/>
            <ac:spMk id="5" creationId="{89680B99-23D0-D976-E954-1C65421176BF}"/>
          </ac:spMkLst>
        </pc:spChg>
        <pc:spChg chg="add mod">
          <ac:chgData name="Likhitha H R" userId="ebddf3343d077d9d" providerId="LiveId" clId="{2468F8B7-BF52-40EB-A11B-72093FA2C839}" dt="2026-09-19T03:33:22.608" v="409" actId="20577"/>
          <ac:spMkLst>
            <pc:docMk/>
            <pc:sldMk cId="4227752848" sldId="260"/>
            <ac:spMk id="7" creationId="{CEC7EDF9-8273-CD30-1ECA-B5E02DC4ED01}"/>
          </ac:spMkLst>
        </pc:spChg>
        <pc:spChg chg="add">
          <ac:chgData name="Likhitha H R" userId="ebddf3343d077d9d" providerId="LiveId" clId="{2468F8B7-BF52-40EB-A11B-72093FA2C839}" dt="2026-09-19T02:43:54.597" v="31" actId="26606"/>
          <ac:spMkLst>
            <pc:docMk/>
            <pc:sldMk cId="4227752848" sldId="260"/>
            <ac:spMk id="16" creationId="{5D7F64A8-D625-4F61-A290-B499BB62ACFF}"/>
          </ac:spMkLst>
        </pc:spChg>
        <pc:picChg chg="add">
          <ac:chgData name="Likhitha H R" userId="ebddf3343d077d9d" providerId="LiveId" clId="{2468F8B7-BF52-40EB-A11B-72093FA2C839}" dt="2026-09-19T02:43:54.597" v="31" actId="26606"/>
          <ac:picMkLst>
            <pc:docMk/>
            <pc:sldMk cId="4227752848" sldId="260"/>
            <ac:picMk id="11" creationId="{A03DF1A6-713B-5984-6F8D-5B4C56789367}"/>
          </ac:picMkLst>
        </pc:picChg>
        <pc:picChg chg="add">
          <ac:chgData name="Likhitha H R" userId="ebddf3343d077d9d" providerId="LiveId" clId="{2468F8B7-BF52-40EB-A11B-72093FA2C839}" dt="2026-09-19T02:43:54.597" v="31" actId="26606"/>
          <ac:picMkLst>
            <pc:docMk/>
            <pc:sldMk cId="4227752848" sldId="260"/>
            <ac:picMk id="13" creationId="{3F71503F-EC6C-4D6B-9939-B1B24E35B5AC}"/>
          </ac:picMkLst>
        </pc:picChg>
      </pc:sldChg>
      <pc:sldChg chg="addSp modSp new mod setBg addAnim">
        <pc:chgData name="Likhitha H R" userId="ebddf3343d077d9d" providerId="LiveId" clId="{2468F8B7-BF52-40EB-A11B-72093FA2C839}" dt="2026-09-19T03:32:49.261" v="402" actId="5793"/>
        <pc:sldMkLst>
          <pc:docMk/>
          <pc:sldMk cId="381632960" sldId="261"/>
        </pc:sldMkLst>
        <pc:spChg chg="add mod">
          <ac:chgData name="Likhitha H R" userId="ebddf3343d077d9d" providerId="LiveId" clId="{2468F8B7-BF52-40EB-A11B-72093FA2C839}" dt="2026-09-19T02:56:19.743" v="210" actId="14100"/>
          <ac:spMkLst>
            <pc:docMk/>
            <pc:sldMk cId="381632960" sldId="261"/>
            <ac:spMk id="3" creationId="{44FED04C-19DE-BD3B-D05A-398143DF69D9}"/>
          </ac:spMkLst>
        </pc:spChg>
        <pc:spChg chg="add mod">
          <ac:chgData name="Likhitha H R" userId="ebddf3343d077d9d" providerId="LiveId" clId="{2468F8B7-BF52-40EB-A11B-72093FA2C839}" dt="2026-09-19T03:32:49.261" v="402" actId="5793"/>
          <ac:spMkLst>
            <pc:docMk/>
            <pc:sldMk cId="381632960" sldId="261"/>
            <ac:spMk id="5" creationId="{8C6FA450-DD01-6037-6D6F-55C48756D7CE}"/>
          </ac:spMkLst>
        </pc:spChg>
        <pc:spChg chg="add">
          <ac:chgData name="Likhitha H R" userId="ebddf3343d077d9d" providerId="LiveId" clId="{2468F8B7-BF52-40EB-A11B-72093FA2C839}" dt="2026-09-19T02:54:37.277" v="196" actId="26606"/>
          <ac:spMkLst>
            <pc:docMk/>
            <pc:sldMk cId="381632960" sldId="261"/>
            <ac:spMk id="10" creationId="{A3363022-C969-41E9-8EB2-E4C94908C1FA}"/>
          </ac:spMkLst>
        </pc:spChg>
        <pc:spChg chg="add">
          <ac:chgData name="Likhitha H R" userId="ebddf3343d077d9d" providerId="LiveId" clId="{2468F8B7-BF52-40EB-A11B-72093FA2C839}" dt="2026-09-19T02:54:37.277" v="196" actId="26606"/>
          <ac:spMkLst>
            <pc:docMk/>
            <pc:sldMk cId="381632960" sldId="261"/>
            <ac:spMk id="12" creationId="{8D1AD6B3-BE88-4CEB-BA17-790657CC4729}"/>
          </ac:spMkLst>
        </pc:spChg>
        <pc:grpChg chg="add">
          <ac:chgData name="Likhitha H R" userId="ebddf3343d077d9d" providerId="LiveId" clId="{2468F8B7-BF52-40EB-A11B-72093FA2C839}" dt="2026-09-19T02:54:37.277" v="196" actId="26606"/>
          <ac:grpSpMkLst>
            <pc:docMk/>
            <pc:sldMk cId="381632960" sldId="261"/>
            <ac:grpSpMk id="14" creationId="{89D1390B-7E13-4B4F-9CB2-391063412E54}"/>
          </ac:grpSpMkLst>
        </pc:grpChg>
        <pc:picChg chg="add">
          <ac:chgData name="Likhitha H R" userId="ebddf3343d077d9d" providerId="LiveId" clId="{2468F8B7-BF52-40EB-A11B-72093FA2C839}" dt="2026-09-19T02:54:37.277" v="196" actId="26606"/>
          <ac:picMkLst>
            <pc:docMk/>
            <pc:sldMk cId="381632960" sldId="261"/>
            <ac:picMk id="7" creationId="{3B831261-9ADE-529F-20DC-D8EF77D2B7A8}"/>
          </ac:picMkLst>
        </pc:picChg>
      </pc:sldChg>
      <pc:sldChg chg="new del">
        <pc:chgData name="Likhitha H R" userId="ebddf3343d077d9d" providerId="LiveId" clId="{2468F8B7-BF52-40EB-A11B-72093FA2C839}" dt="2026-09-19T02:59:00.431" v="227" actId="2696"/>
        <pc:sldMkLst>
          <pc:docMk/>
          <pc:sldMk cId="1193735390" sldId="262"/>
        </pc:sldMkLst>
      </pc:sldChg>
      <pc:sldChg chg="addSp modSp new mod setBg">
        <pc:chgData name="Likhitha H R" userId="ebddf3343d077d9d" providerId="LiveId" clId="{2468F8B7-BF52-40EB-A11B-72093FA2C839}" dt="2026-09-19T02:58:55.911" v="226" actId="14100"/>
        <pc:sldMkLst>
          <pc:docMk/>
          <pc:sldMk cId="960564224" sldId="263"/>
        </pc:sldMkLst>
        <pc:spChg chg="add mod">
          <ac:chgData name="Likhitha H R" userId="ebddf3343d077d9d" providerId="LiveId" clId="{2468F8B7-BF52-40EB-A11B-72093FA2C839}" dt="2026-09-19T02:58:11.750" v="220" actId="14100"/>
          <ac:spMkLst>
            <pc:docMk/>
            <pc:sldMk cId="960564224" sldId="263"/>
            <ac:spMk id="3" creationId="{897DC059-EE0F-B916-6C31-FF2721F5DCE3}"/>
          </ac:spMkLst>
        </pc:spChg>
        <pc:spChg chg="add mod">
          <ac:chgData name="Likhitha H R" userId="ebddf3343d077d9d" providerId="LiveId" clId="{2468F8B7-BF52-40EB-A11B-72093FA2C839}" dt="2026-09-19T02:58:55.911" v="226" actId="14100"/>
          <ac:spMkLst>
            <pc:docMk/>
            <pc:sldMk cId="960564224" sldId="263"/>
            <ac:spMk id="5" creationId="{3AFBF33C-F555-0F15-D1B4-8869A9AE3703}"/>
          </ac:spMkLst>
        </pc:spChg>
        <pc:spChg chg="add">
          <ac:chgData name="Likhitha H R" userId="ebddf3343d077d9d" providerId="LiveId" clId="{2468F8B7-BF52-40EB-A11B-72093FA2C839}" dt="2026-09-19T02:58:05.281" v="219" actId="26606"/>
          <ac:spMkLst>
            <pc:docMk/>
            <pc:sldMk cId="960564224" sldId="263"/>
            <ac:spMk id="10" creationId="{65219498-D544-41AC-98FE-8F956EF66A62}"/>
          </ac:spMkLst>
        </pc:spChg>
        <pc:spChg chg="add">
          <ac:chgData name="Likhitha H R" userId="ebddf3343d077d9d" providerId="LiveId" clId="{2468F8B7-BF52-40EB-A11B-72093FA2C839}" dt="2026-09-19T02:58:05.281" v="219" actId="26606"/>
          <ac:spMkLst>
            <pc:docMk/>
            <pc:sldMk cId="960564224" sldId="263"/>
            <ac:spMk id="12" creationId="{F500DBFC-17A9-4E0A-AEE2-A49F9AEEF0FD}"/>
          </ac:spMkLst>
        </pc:spChg>
        <pc:grpChg chg="add">
          <ac:chgData name="Likhitha H R" userId="ebddf3343d077d9d" providerId="LiveId" clId="{2468F8B7-BF52-40EB-A11B-72093FA2C839}" dt="2026-09-19T02:58:05.281" v="219" actId="26606"/>
          <ac:grpSpMkLst>
            <pc:docMk/>
            <pc:sldMk cId="960564224" sldId="263"/>
            <ac:grpSpMk id="14" creationId="{D74613BB-817C-4C4F-8A24-4936F2F064C0}"/>
          </ac:grpSpMkLst>
        </pc:grpChg>
        <pc:picChg chg="add">
          <ac:chgData name="Likhitha H R" userId="ebddf3343d077d9d" providerId="LiveId" clId="{2468F8B7-BF52-40EB-A11B-72093FA2C839}" dt="2026-09-19T02:58:05.281" v="219" actId="26606"/>
          <ac:picMkLst>
            <pc:docMk/>
            <pc:sldMk cId="960564224" sldId="263"/>
            <ac:picMk id="7" creationId="{B54102AC-6551-BEA4-A067-152AA620251C}"/>
          </ac:picMkLst>
        </pc:picChg>
      </pc:sldChg>
      <pc:sldChg chg="addSp delSp modSp new mod setBg">
        <pc:chgData name="Likhitha H R" userId="ebddf3343d077d9d" providerId="LiveId" clId="{2468F8B7-BF52-40EB-A11B-72093FA2C839}" dt="2026-09-19T03:34:33.055" v="418" actId="14100"/>
        <pc:sldMkLst>
          <pc:docMk/>
          <pc:sldMk cId="2244303972" sldId="264"/>
        </pc:sldMkLst>
        <pc:spChg chg="add mod">
          <ac:chgData name="Likhitha H R" userId="ebddf3343d077d9d" providerId="LiveId" clId="{2468F8B7-BF52-40EB-A11B-72093FA2C839}" dt="2026-09-19T03:34:33.055" v="418" actId="14100"/>
          <ac:spMkLst>
            <pc:docMk/>
            <pc:sldMk cId="2244303972" sldId="264"/>
            <ac:spMk id="3" creationId="{063396A8-FC22-0740-93D7-49DAC9465349}"/>
          </ac:spMkLst>
        </pc:spChg>
        <pc:spChg chg="add mod">
          <ac:chgData name="Likhitha H R" userId="ebddf3343d077d9d" providerId="LiveId" clId="{2468F8B7-BF52-40EB-A11B-72093FA2C839}" dt="2026-09-19T03:34:26.677" v="417"/>
          <ac:spMkLst>
            <pc:docMk/>
            <pc:sldMk cId="2244303972" sldId="264"/>
            <ac:spMk id="5" creationId="{AC3A3B6A-BFCB-2087-617C-826A7630A83D}"/>
          </ac:spMkLst>
        </pc:spChg>
        <pc:spChg chg="add">
          <ac:chgData name="Likhitha H R" userId="ebddf3343d077d9d" providerId="LiveId" clId="{2468F8B7-BF52-40EB-A11B-72093FA2C839}" dt="2026-09-19T03:25:01.244" v="392" actId="26606"/>
          <ac:spMkLst>
            <pc:docMk/>
            <pc:sldMk cId="2244303972" sldId="264"/>
            <ac:spMk id="11" creationId="{E10650BA-D090-4A23-98E3-B48BBAEA9201}"/>
          </ac:spMkLst>
        </pc:spChg>
        <pc:spChg chg="add del">
          <ac:chgData name="Likhitha H R" userId="ebddf3343d077d9d" providerId="LiveId" clId="{2468F8B7-BF52-40EB-A11B-72093FA2C839}" dt="2026-09-19T03:25:01.208" v="391" actId="26606"/>
          <ac:spMkLst>
            <pc:docMk/>
            <pc:sldMk cId="2244303972" sldId="264"/>
            <ac:spMk id="12" creationId="{EDDBB197-D710-4A4F-A9CA-FD2177498BE8}"/>
          </ac:spMkLst>
        </pc:spChg>
        <pc:spChg chg="add del">
          <ac:chgData name="Likhitha H R" userId="ebddf3343d077d9d" providerId="LiveId" clId="{2468F8B7-BF52-40EB-A11B-72093FA2C839}" dt="2026-09-19T03:25:01.208" v="391" actId="26606"/>
          <ac:spMkLst>
            <pc:docMk/>
            <pc:sldMk cId="2244303972" sldId="264"/>
            <ac:spMk id="14" creationId="{975D1CFA-2CDB-4B64-BD9F-85744E8DA12F}"/>
          </ac:spMkLst>
        </pc:spChg>
        <pc:grpChg chg="add">
          <ac:chgData name="Likhitha H R" userId="ebddf3343d077d9d" providerId="LiveId" clId="{2468F8B7-BF52-40EB-A11B-72093FA2C839}" dt="2026-09-19T03:25:01.244" v="392" actId="26606"/>
          <ac:grpSpMkLst>
            <pc:docMk/>
            <pc:sldMk cId="2244303972" sldId="264"/>
            <ac:grpSpMk id="13" creationId="{FFB939B9-73CE-4644-87BB-72AEBF001142}"/>
          </ac:grpSpMkLst>
        </pc:grpChg>
        <pc:grpChg chg="add del">
          <ac:chgData name="Likhitha H R" userId="ebddf3343d077d9d" providerId="LiveId" clId="{2468F8B7-BF52-40EB-A11B-72093FA2C839}" dt="2026-09-19T03:25:01.208" v="391" actId="26606"/>
          <ac:grpSpMkLst>
            <pc:docMk/>
            <pc:sldMk cId="2244303972" sldId="264"/>
            <ac:grpSpMk id="16" creationId="{25EE5136-01F1-466C-962D-BA9B4C6757AA}"/>
          </ac:grpSpMkLst>
        </pc:grpChg>
        <pc:picChg chg="add">
          <ac:chgData name="Likhitha H R" userId="ebddf3343d077d9d" providerId="LiveId" clId="{2468F8B7-BF52-40EB-A11B-72093FA2C839}" dt="2026-09-19T03:25:01.244" v="392" actId="26606"/>
          <ac:picMkLst>
            <pc:docMk/>
            <pc:sldMk cId="2244303972" sldId="264"/>
            <ac:picMk id="7" creationId="{8E8F5528-609A-9FA6-5988-5BC20526F8E4}"/>
          </ac:picMkLst>
        </pc:picChg>
        <pc:picChg chg="add del">
          <ac:chgData name="Likhitha H R" userId="ebddf3343d077d9d" providerId="LiveId" clId="{2468F8B7-BF52-40EB-A11B-72093FA2C839}" dt="2026-09-19T03:25:01.208" v="391" actId="26606"/>
          <ac:picMkLst>
            <pc:docMk/>
            <pc:sldMk cId="2244303972" sldId="264"/>
            <ac:picMk id="9" creationId="{110B2F5C-874B-0BE9-7653-FD8F7C4DA4F0}"/>
          </ac:picMkLst>
        </pc:picChg>
      </pc:sldChg>
      <pc:sldChg chg="addSp modSp new mod setBg">
        <pc:chgData name="Likhitha H R" userId="ebddf3343d077d9d" providerId="LiveId" clId="{2468F8B7-BF52-40EB-A11B-72093FA2C839}" dt="2026-09-19T03:34:56.292" v="425" actId="20577"/>
        <pc:sldMkLst>
          <pc:docMk/>
          <pc:sldMk cId="1395586388" sldId="265"/>
        </pc:sldMkLst>
        <pc:spChg chg="add mod">
          <ac:chgData name="Likhitha H R" userId="ebddf3343d077d9d" providerId="LiveId" clId="{2468F8B7-BF52-40EB-A11B-72093FA2C839}" dt="2026-09-19T03:05:58.935" v="247" actId="113"/>
          <ac:spMkLst>
            <pc:docMk/>
            <pc:sldMk cId="1395586388" sldId="265"/>
            <ac:spMk id="3" creationId="{240A0F25-937F-76EB-EEB2-7CE869F38F7A}"/>
          </ac:spMkLst>
        </pc:spChg>
        <pc:spChg chg="add mod">
          <ac:chgData name="Likhitha H R" userId="ebddf3343d077d9d" providerId="LiveId" clId="{2468F8B7-BF52-40EB-A11B-72093FA2C839}" dt="2026-09-19T03:34:56.292" v="425" actId="20577"/>
          <ac:spMkLst>
            <pc:docMk/>
            <pc:sldMk cId="1395586388" sldId="265"/>
            <ac:spMk id="5" creationId="{813C18F3-4270-4D33-4D32-C1E0C969E666}"/>
          </ac:spMkLst>
        </pc:spChg>
        <pc:spChg chg="add">
          <ac:chgData name="Likhitha H R" userId="ebddf3343d077d9d" providerId="LiveId" clId="{2468F8B7-BF52-40EB-A11B-72093FA2C839}" dt="2026-09-19T03:05:35.693" v="243" actId="26606"/>
          <ac:spMkLst>
            <pc:docMk/>
            <pc:sldMk cId="1395586388" sldId="265"/>
            <ac:spMk id="10" creationId="{A3363022-C969-41E9-8EB2-E4C94908C1FA}"/>
          </ac:spMkLst>
        </pc:spChg>
        <pc:spChg chg="add">
          <ac:chgData name="Likhitha H R" userId="ebddf3343d077d9d" providerId="LiveId" clId="{2468F8B7-BF52-40EB-A11B-72093FA2C839}" dt="2026-09-19T03:05:35.693" v="243" actId="26606"/>
          <ac:spMkLst>
            <pc:docMk/>
            <pc:sldMk cId="1395586388" sldId="265"/>
            <ac:spMk id="12" creationId="{8D1AD6B3-BE88-4CEB-BA17-790657CC4729}"/>
          </ac:spMkLst>
        </pc:spChg>
        <pc:grpChg chg="add">
          <ac:chgData name="Likhitha H R" userId="ebddf3343d077d9d" providerId="LiveId" clId="{2468F8B7-BF52-40EB-A11B-72093FA2C839}" dt="2026-09-19T03:05:35.693" v="243" actId="26606"/>
          <ac:grpSpMkLst>
            <pc:docMk/>
            <pc:sldMk cId="1395586388" sldId="265"/>
            <ac:grpSpMk id="14" creationId="{89D1390B-7E13-4B4F-9CB2-391063412E54}"/>
          </ac:grpSpMkLst>
        </pc:grpChg>
        <pc:picChg chg="add">
          <ac:chgData name="Likhitha H R" userId="ebddf3343d077d9d" providerId="LiveId" clId="{2468F8B7-BF52-40EB-A11B-72093FA2C839}" dt="2026-09-19T03:05:35.693" v="243" actId="26606"/>
          <ac:picMkLst>
            <pc:docMk/>
            <pc:sldMk cId="1395586388" sldId="265"/>
            <ac:picMk id="7" creationId="{1721510E-F9FD-B077-6E08-E2B2C2080C90}"/>
          </ac:picMkLst>
        </pc:picChg>
      </pc:sldChg>
      <pc:sldChg chg="addSp modSp new mod setBg addAnim">
        <pc:chgData name="Likhitha H R" userId="ebddf3343d077d9d" providerId="LiveId" clId="{2468F8B7-BF52-40EB-A11B-72093FA2C839}" dt="2026-09-19T03:35:19.737" v="432" actId="20577"/>
        <pc:sldMkLst>
          <pc:docMk/>
          <pc:sldMk cId="4164126281" sldId="266"/>
        </pc:sldMkLst>
        <pc:spChg chg="add mod">
          <ac:chgData name="Likhitha H R" userId="ebddf3343d077d9d" providerId="LiveId" clId="{2468F8B7-BF52-40EB-A11B-72093FA2C839}" dt="2026-09-19T03:07:57.134" v="257" actId="1076"/>
          <ac:spMkLst>
            <pc:docMk/>
            <pc:sldMk cId="4164126281" sldId="266"/>
            <ac:spMk id="3" creationId="{9C267464-1A74-74B3-E227-9C7909C8BFCF}"/>
          </ac:spMkLst>
        </pc:spChg>
        <pc:spChg chg="add mod">
          <ac:chgData name="Likhitha H R" userId="ebddf3343d077d9d" providerId="LiveId" clId="{2468F8B7-BF52-40EB-A11B-72093FA2C839}" dt="2026-09-19T03:35:19.737" v="432" actId="20577"/>
          <ac:spMkLst>
            <pc:docMk/>
            <pc:sldMk cId="4164126281" sldId="266"/>
            <ac:spMk id="5" creationId="{2EA1AA47-7D74-B2B3-922A-F928BA10CC40}"/>
          </ac:spMkLst>
        </pc:spChg>
        <pc:spChg chg="add">
          <ac:chgData name="Likhitha H R" userId="ebddf3343d077d9d" providerId="LiveId" clId="{2468F8B7-BF52-40EB-A11B-72093FA2C839}" dt="2026-09-19T03:07:44.257" v="255" actId="26606"/>
          <ac:spMkLst>
            <pc:docMk/>
            <pc:sldMk cId="4164126281" sldId="266"/>
            <ac:spMk id="10" creationId="{A3363022-C969-41E9-8EB2-E4C94908C1FA}"/>
          </ac:spMkLst>
        </pc:spChg>
        <pc:spChg chg="add">
          <ac:chgData name="Likhitha H R" userId="ebddf3343d077d9d" providerId="LiveId" clId="{2468F8B7-BF52-40EB-A11B-72093FA2C839}" dt="2026-09-19T03:07:44.257" v="255" actId="26606"/>
          <ac:spMkLst>
            <pc:docMk/>
            <pc:sldMk cId="4164126281" sldId="266"/>
            <ac:spMk id="12" creationId="{8D1AD6B3-BE88-4CEB-BA17-790657CC4729}"/>
          </ac:spMkLst>
        </pc:spChg>
        <pc:grpChg chg="add">
          <ac:chgData name="Likhitha H R" userId="ebddf3343d077d9d" providerId="LiveId" clId="{2468F8B7-BF52-40EB-A11B-72093FA2C839}" dt="2026-09-19T03:07:44.257" v="255" actId="26606"/>
          <ac:grpSpMkLst>
            <pc:docMk/>
            <pc:sldMk cId="4164126281" sldId="266"/>
            <ac:grpSpMk id="14" creationId="{89D1390B-7E13-4B4F-9CB2-391063412E54}"/>
          </ac:grpSpMkLst>
        </pc:grpChg>
        <pc:picChg chg="add">
          <ac:chgData name="Likhitha H R" userId="ebddf3343d077d9d" providerId="LiveId" clId="{2468F8B7-BF52-40EB-A11B-72093FA2C839}" dt="2026-09-19T03:07:44.257" v="255" actId="26606"/>
          <ac:picMkLst>
            <pc:docMk/>
            <pc:sldMk cId="4164126281" sldId="266"/>
            <ac:picMk id="7" creationId="{BF996DE6-C623-EF80-4FA8-53F3AD177E5F}"/>
          </ac:picMkLst>
        </pc:picChg>
      </pc:sldChg>
      <pc:sldChg chg="addSp delSp modSp new mod setBg addAnim">
        <pc:chgData name="Likhitha H R" userId="ebddf3343d077d9d" providerId="LiveId" clId="{2468F8B7-BF52-40EB-A11B-72093FA2C839}" dt="2026-09-19T03:36:10.416" v="437" actId="113"/>
        <pc:sldMkLst>
          <pc:docMk/>
          <pc:sldMk cId="356069885" sldId="267"/>
        </pc:sldMkLst>
        <pc:spChg chg="add mod">
          <ac:chgData name="Likhitha H R" userId="ebddf3343d077d9d" providerId="LiveId" clId="{2468F8B7-BF52-40EB-A11B-72093FA2C839}" dt="2026-09-19T03:17:38.595" v="341" actId="14100"/>
          <ac:spMkLst>
            <pc:docMk/>
            <pc:sldMk cId="356069885" sldId="267"/>
            <ac:spMk id="3" creationId="{10DCAC9F-415E-9863-E294-2B606403BA51}"/>
          </ac:spMkLst>
        </pc:spChg>
        <pc:spChg chg="add mod">
          <ac:chgData name="Likhitha H R" userId="ebddf3343d077d9d" providerId="LiveId" clId="{2468F8B7-BF52-40EB-A11B-72093FA2C839}" dt="2026-09-19T03:15:52.065" v="283" actId="255"/>
          <ac:spMkLst>
            <pc:docMk/>
            <pc:sldMk cId="356069885" sldId="267"/>
            <ac:spMk id="5" creationId="{A3B303EE-7BBD-36EB-0379-BF9EEF692C98}"/>
          </ac:spMkLst>
        </pc:spChg>
        <pc:spChg chg="add mod">
          <ac:chgData name="Likhitha H R" userId="ebddf3343d077d9d" providerId="LiveId" clId="{2468F8B7-BF52-40EB-A11B-72093FA2C839}" dt="2026-09-19T03:17:26.777" v="340" actId="20577"/>
          <ac:spMkLst>
            <pc:docMk/>
            <pc:sldMk cId="356069885" sldId="267"/>
            <ac:spMk id="8" creationId="{07C9C109-F69E-3024-280D-23A653D53B1D}"/>
          </ac:spMkLst>
        </pc:spChg>
        <pc:spChg chg="add">
          <ac:chgData name="Likhitha H R" userId="ebddf3343d077d9d" providerId="LiveId" clId="{2468F8B7-BF52-40EB-A11B-72093FA2C839}" dt="2026-09-19T03:12:16.046" v="268" actId="26606"/>
          <ac:spMkLst>
            <pc:docMk/>
            <pc:sldMk cId="356069885" sldId="267"/>
            <ac:spMk id="10" creationId="{A3363022-C969-41E9-8EB2-E4C94908C1FA}"/>
          </ac:spMkLst>
        </pc:spChg>
        <pc:spChg chg="add del">
          <ac:chgData name="Likhitha H R" userId="ebddf3343d077d9d" providerId="LiveId" clId="{2468F8B7-BF52-40EB-A11B-72093FA2C839}" dt="2026-09-19T03:18:04.101" v="343" actId="22"/>
          <ac:spMkLst>
            <pc:docMk/>
            <pc:sldMk cId="356069885" sldId="267"/>
            <ac:spMk id="11" creationId="{B930A7F5-0BA2-9BB8-A783-F89416E3003C}"/>
          </ac:spMkLst>
        </pc:spChg>
        <pc:spChg chg="add">
          <ac:chgData name="Likhitha H R" userId="ebddf3343d077d9d" providerId="LiveId" clId="{2468F8B7-BF52-40EB-A11B-72093FA2C839}" dt="2026-09-19T03:12:16.046" v="268" actId="26606"/>
          <ac:spMkLst>
            <pc:docMk/>
            <pc:sldMk cId="356069885" sldId="267"/>
            <ac:spMk id="12" creationId="{8D1AD6B3-BE88-4CEB-BA17-790657CC4729}"/>
          </ac:spMkLst>
        </pc:spChg>
        <pc:spChg chg="add mod">
          <ac:chgData name="Likhitha H R" userId="ebddf3343d077d9d" providerId="LiveId" clId="{2468F8B7-BF52-40EB-A11B-72093FA2C839}" dt="2026-09-19T03:36:10.416" v="437" actId="113"/>
          <ac:spMkLst>
            <pc:docMk/>
            <pc:sldMk cId="356069885" sldId="267"/>
            <ac:spMk id="18" creationId="{42FB1FD5-9AC8-064A-80DA-A9B0DEBDB081}"/>
          </ac:spMkLst>
        </pc:spChg>
        <pc:grpChg chg="add">
          <ac:chgData name="Likhitha H R" userId="ebddf3343d077d9d" providerId="LiveId" clId="{2468F8B7-BF52-40EB-A11B-72093FA2C839}" dt="2026-09-19T03:12:16.046" v="268" actId="26606"/>
          <ac:grpSpMkLst>
            <pc:docMk/>
            <pc:sldMk cId="356069885" sldId="267"/>
            <ac:grpSpMk id="14" creationId="{89D1390B-7E13-4B4F-9CB2-391063412E54}"/>
          </ac:grpSpMkLst>
        </pc:grpChg>
        <pc:picChg chg="add">
          <ac:chgData name="Likhitha H R" userId="ebddf3343d077d9d" providerId="LiveId" clId="{2468F8B7-BF52-40EB-A11B-72093FA2C839}" dt="2026-09-19T03:12:16.046" v="268" actId="26606"/>
          <ac:picMkLst>
            <pc:docMk/>
            <pc:sldMk cId="356069885" sldId="267"/>
            <ac:picMk id="7" creationId="{48929EFC-A972-A3EA-D045-7BB9EB86A902}"/>
          </ac:picMkLst>
        </pc:picChg>
      </pc:sldChg>
      <pc:sldChg chg="addSp delSp modSp new mod setBg">
        <pc:chgData name="Likhitha H R" userId="ebddf3343d077d9d" providerId="LiveId" clId="{2468F8B7-BF52-40EB-A11B-72093FA2C839}" dt="2026-09-19T03:21:46.613" v="372" actId="14100"/>
        <pc:sldMkLst>
          <pc:docMk/>
          <pc:sldMk cId="382042972" sldId="268"/>
        </pc:sldMkLst>
        <pc:spChg chg="add mod">
          <ac:chgData name="Likhitha H R" userId="ebddf3343d077d9d" providerId="LiveId" clId="{2468F8B7-BF52-40EB-A11B-72093FA2C839}" dt="2026-09-19T03:21:46.613" v="372" actId="14100"/>
          <ac:spMkLst>
            <pc:docMk/>
            <pc:sldMk cId="382042972" sldId="268"/>
            <ac:spMk id="3" creationId="{F1AD43B0-22D1-0080-5AE5-9B2E29187C06}"/>
          </ac:spMkLst>
        </pc:spChg>
        <pc:spChg chg="add mod">
          <ac:chgData name="Likhitha H R" userId="ebddf3343d077d9d" providerId="LiveId" clId="{2468F8B7-BF52-40EB-A11B-72093FA2C839}" dt="2026-09-19T03:21:39.274" v="371" actId="14100"/>
          <ac:spMkLst>
            <pc:docMk/>
            <pc:sldMk cId="382042972" sldId="268"/>
            <ac:spMk id="5" creationId="{A2ADC667-E62A-868D-8BB3-0F40665E6D83}"/>
          </ac:spMkLst>
        </pc:spChg>
        <pc:spChg chg="add del">
          <ac:chgData name="Likhitha H R" userId="ebddf3343d077d9d" providerId="LiveId" clId="{2468F8B7-BF52-40EB-A11B-72093FA2C839}" dt="2026-09-19T03:18:43.128" v="346" actId="26606"/>
          <ac:spMkLst>
            <pc:docMk/>
            <pc:sldMk cId="382042972" sldId="268"/>
            <ac:spMk id="10" creationId="{245A9F99-D9B1-4094-A2E2-B90AC1DB7B9C}"/>
          </ac:spMkLst>
        </pc:spChg>
        <pc:spChg chg="add del">
          <ac:chgData name="Likhitha H R" userId="ebddf3343d077d9d" providerId="LiveId" clId="{2468F8B7-BF52-40EB-A11B-72093FA2C839}" dt="2026-09-19T03:18:43.128" v="346" actId="26606"/>
          <ac:spMkLst>
            <pc:docMk/>
            <pc:sldMk cId="382042972" sldId="268"/>
            <ac:spMk id="12" creationId="{B7FAF607-473A-4A43-A23D-BBFF5C4117BB}"/>
          </ac:spMkLst>
        </pc:spChg>
        <pc:spChg chg="add">
          <ac:chgData name="Likhitha H R" userId="ebddf3343d077d9d" providerId="LiveId" clId="{2468F8B7-BF52-40EB-A11B-72093FA2C839}" dt="2026-09-19T03:18:43.152" v="347" actId="26606"/>
          <ac:spMkLst>
            <pc:docMk/>
            <pc:sldMk cId="382042972" sldId="268"/>
            <ac:spMk id="19" creationId="{245A9F99-D9B1-4094-A2E2-B90AC1DB7B9C}"/>
          </ac:spMkLst>
        </pc:spChg>
        <pc:spChg chg="add">
          <ac:chgData name="Likhitha H R" userId="ebddf3343d077d9d" providerId="LiveId" clId="{2468F8B7-BF52-40EB-A11B-72093FA2C839}" dt="2026-09-19T03:18:43.152" v="347" actId="26606"/>
          <ac:spMkLst>
            <pc:docMk/>
            <pc:sldMk cId="382042972" sldId="268"/>
            <ac:spMk id="20" creationId="{B7FAF607-473A-4A43-A23D-BBFF5C4117BB}"/>
          </ac:spMkLst>
        </pc:spChg>
        <pc:grpChg chg="add del">
          <ac:chgData name="Likhitha H R" userId="ebddf3343d077d9d" providerId="LiveId" clId="{2468F8B7-BF52-40EB-A11B-72093FA2C839}" dt="2026-09-19T03:18:43.128" v="346" actId="26606"/>
          <ac:grpSpMkLst>
            <pc:docMk/>
            <pc:sldMk cId="382042972" sldId="268"/>
            <ac:grpSpMk id="14" creationId="{C5F6476F-D303-44D3-B30F-1BA348F0F64A}"/>
          </ac:grpSpMkLst>
        </pc:grpChg>
        <pc:grpChg chg="add">
          <ac:chgData name="Likhitha H R" userId="ebddf3343d077d9d" providerId="LiveId" clId="{2468F8B7-BF52-40EB-A11B-72093FA2C839}" dt="2026-09-19T03:18:43.152" v="347" actId="26606"/>
          <ac:grpSpMkLst>
            <pc:docMk/>
            <pc:sldMk cId="382042972" sldId="268"/>
            <ac:grpSpMk id="22" creationId="{C5F6476F-D303-44D3-B30F-1BA348F0F64A}"/>
          </ac:grpSpMkLst>
        </pc:grpChg>
        <pc:picChg chg="add del">
          <ac:chgData name="Likhitha H R" userId="ebddf3343d077d9d" providerId="LiveId" clId="{2468F8B7-BF52-40EB-A11B-72093FA2C839}" dt="2026-09-19T03:18:43.128" v="346" actId="26606"/>
          <ac:picMkLst>
            <pc:docMk/>
            <pc:sldMk cId="382042972" sldId="268"/>
            <ac:picMk id="7" creationId="{6014E76A-6AB2-7395-648A-1D283D5F4DEE}"/>
          </ac:picMkLst>
        </pc:picChg>
        <pc:picChg chg="add">
          <ac:chgData name="Likhitha H R" userId="ebddf3343d077d9d" providerId="LiveId" clId="{2468F8B7-BF52-40EB-A11B-72093FA2C839}" dt="2026-09-19T03:18:43.152" v="347" actId="26606"/>
          <ac:picMkLst>
            <pc:docMk/>
            <pc:sldMk cId="382042972" sldId="268"/>
            <ac:picMk id="21" creationId="{FFD88DD8-B21D-EA6E-2D85-5178188DDD45}"/>
          </ac:picMkLst>
        </pc:picChg>
      </pc:sldChg>
      <pc:sldChg chg="addSp modSp new mod setBg">
        <pc:chgData name="Likhitha H R" userId="ebddf3343d077d9d" providerId="LiveId" clId="{2468F8B7-BF52-40EB-A11B-72093FA2C839}" dt="2026-09-19T03:24:09.713" v="389" actId="255"/>
        <pc:sldMkLst>
          <pc:docMk/>
          <pc:sldMk cId="439600210" sldId="269"/>
        </pc:sldMkLst>
        <pc:spChg chg="add mod">
          <ac:chgData name="Likhitha H R" userId="ebddf3343d077d9d" providerId="LiveId" clId="{2468F8B7-BF52-40EB-A11B-72093FA2C839}" dt="2026-09-19T03:23:28.733" v="384" actId="14100"/>
          <ac:spMkLst>
            <pc:docMk/>
            <pc:sldMk cId="439600210" sldId="269"/>
            <ac:spMk id="3" creationId="{6D5E60F7-FDB9-1534-7D28-180DDFB8C640}"/>
          </ac:spMkLst>
        </pc:spChg>
        <pc:spChg chg="add mod">
          <ac:chgData name="Likhitha H R" userId="ebddf3343d077d9d" providerId="LiveId" clId="{2468F8B7-BF52-40EB-A11B-72093FA2C839}" dt="2026-09-19T03:24:09.713" v="389" actId="255"/>
          <ac:spMkLst>
            <pc:docMk/>
            <pc:sldMk cId="439600210" sldId="269"/>
            <ac:spMk id="5" creationId="{C3467261-0D63-5443-7A1F-ED33E7A0682D}"/>
          </ac:spMkLst>
        </pc:spChg>
        <pc:spChg chg="add">
          <ac:chgData name="Likhitha H R" userId="ebddf3343d077d9d" providerId="LiveId" clId="{2468F8B7-BF52-40EB-A11B-72093FA2C839}" dt="2026-09-19T03:22:31.406" v="375" actId="26606"/>
          <ac:spMkLst>
            <pc:docMk/>
            <pc:sldMk cId="439600210" sldId="269"/>
            <ac:spMk id="10" creationId="{EDDBB197-D710-4A4F-A9CA-FD2177498BE8}"/>
          </ac:spMkLst>
        </pc:spChg>
        <pc:spChg chg="add">
          <ac:chgData name="Likhitha H R" userId="ebddf3343d077d9d" providerId="LiveId" clId="{2468F8B7-BF52-40EB-A11B-72093FA2C839}" dt="2026-09-19T03:22:31.406" v="375" actId="26606"/>
          <ac:spMkLst>
            <pc:docMk/>
            <pc:sldMk cId="439600210" sldId="269"/>
            <ac:spMk id="12" creationId="{975D1CFA-2CDB-4B64-BD9F-85744E8DA12F}"/>
          </ac:spMkLst>
        </pc:spChg>
        <pc:grpChg chg="add">
          <ac:chgData name="Likhitha H R" userId="ebddf3343d077d9d" providerId="LiveId" clId="{2468F8B7-BF52-40EB-A11B-72093FA2C839}" dt="2026-09-19T03:22:31.406" v="375" actId="26606"/>
          <ac:grpSpMkLst>
            <pc:docMk/>
            <pc:sldMk cId="439600210" sldId="269"/>
            <ac:grpSpMk id="14" creationId="{25EE5136-01F1-466C-962D-BA9B4C6757AA}"/>
          </ac:grpSpMkLst>
        </pc:grpChg>
        <pc:picChg chg="add">
          <ac:chgData name="Likhitha H R" userId="ebddf3343d077d9d" providerId="LiveId" clId="{2468F8B7-BF52-40EB-A11B-72093FA2C839}" dt="2026-09-19T03:22:31.406" v="375" actId="26606"/>
          <ac:picMkLst>
            <pc:docMk/>
            <pc:sldMk cId="439600210" sldId="269"/>
            <ac:picMk id="7" creationId="{223172DE-3DAF-756C-A8A9-3E90BC3EE0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7EE90-6EBA-4E76-8A4E-DEA9EDB3E960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83575-E1F3-4F09-AD86-03576C61D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78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83575-E1F3-4F09-AD86-03576C61DC8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05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9494-449D-645C-436D-91FAC03F4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DF3E3-E61C-21D6-5923-EE6C717F2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32C7-31D3-69BD-62C3-2E0DF621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FBC2-E8F7-59A3-8F8B-65E2875E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4EE2-1F3F-ACCB-9008-7BC215D4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92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92E7-7A79-9FE8-4181-529FE971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CBD4-9909-93A7-AF69-EB1C0EE52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65DC1-8A5C-A296-554D-B45771C1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D19F9-E0FB-571B-33D1-A1E071F1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3B2E6-778E-4CDA-A217-EDAB5A29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0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CA7E-6670-6CE0-7A0C-F776DBF8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D1761-E62F-AB8B-7BC1-3F1690A81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1D1C3-13A2-F385-1560-C2DC9921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0FCE-DA37-DE06-96D6-CE13E59B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BC09-EC1C-E0A7-3172-C75E0405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54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BA6E-4F35-3C44-3355-CAFFD417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9461-C31E-2780-F989-E6F78DA3C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0F010-8EE8-3346-C1DB-915DB2AC5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1545E-B50A-8C59-40BB-E55E1A56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C87AE-1C67-500C-DBE5-8D1FBDF1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BAA1B-8705-CA1D-6FE5-44CB7F05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510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F2EB-D40F-1050-347E-17584980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D2CE9-DF9C-A6C5-C1CD-F73906B9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0DAA7-E9D4-A69C-55FF-D5B21FFA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F6C26-EE75-AE87-65FC-6A8596DB9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52D07-C2BB-3421-602D-69C91AF9D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E63F64-0E18-FB4A-15BE-C0C041F1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13CC1-BAA0-85DB-8FEA-6E01B927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B3881-7996-5450-7CED-EA79FF92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51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9F88-7861-5338-5C86-4826E8D6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77F40-1EBC-813A-714D-DC8250F0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00964-FD2A-D023-CD34-40338FEE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A86AC-EC36-0D84-9DA9-8AAF73AF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97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8A7E3-4EF6-9BBD-ABE9-D31EFB3B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EB092-8E5F-7020-F447-1E9E1B64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2811C-84D5-DB1F-F522-CB40F1E1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4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EF6C-E86A-E825-CBEC-E44F3B80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7F40-7165-00D3-4B66-DB333A4E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5FCAC-E9C5-B10C-D2D2-1D955831E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B9277-0B7D-89C1-7E1A-203673D7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88BC9-AE52-1F66-BD16-916A924C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8D2C1-4025-9D3A-383F-C18DE658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01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06A4-3336-A4A2-D6EE-CE0B9102A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12954-24B6-E244-66B3-50A8D2581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F501D-349F-1B36-923F-D43785AE1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B38D4-8423-F889-63CF-6B3682BC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8CD43-4D6F-D64C-3BD4-D165C973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4AA9E-199C-80E4-A97F-CD39B6F8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92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8B44-CD3D-05EC-93D8-4574E047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4AF9E-E23D-4485-1CDB-28A4651DE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F72E3-07BC-12CE-EE27-D9321129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469F2-F098-13B6-75F3-99D55EDB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10B46-ED08-A3CC-2969-825CD1AD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5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FD52F-C981-6AA6-3FD8-03A46EE4E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0AB25-E581-C833-5743-8A2B76976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85317-8773-04EC-B824-87BD4A18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220BF-8401-58CD-2EFC-FEA1F0010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1C7CF-E371-5AE3-700B-109095E6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280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C694D-C6C3-6C73-0DA2-11ABFDDE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9B1F3-3103-A059-CDB6-14FF56880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7757D-329F-DC3A-A9E9-0CB50A941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D105A-92B5-46A7-95B3-8D77C9B0233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F1F3-CE97-C6E2-A30E-F75C7FD8F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E9268-8F5F-25F5-5CE0-835A78475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7576F-12CC-45C2-8198-EFA8F844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8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533C7C-B558-329B-936F-A6177F929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IN" sz="5200">
                <a:solidFill>
                  <a:schemeClr val="tx2"/>
                </a:solidFill>
              </a:rPr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7AB43-C31A-3F96-38DB-551E13D41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IN" sz="1500" b="1">
                <a:solidFill>
                  <a:schemeClr val="tx2"/>
                </a:solidFill>
              </a:rPr>
              <a:t>Cyber Security Internship Project</a:t>
            </a:r>
            <a:endParaRPr lang="en-IN" sz="1500">
              <a:solidFill>
                <a:schemeClr val="tx2"/>
              </a:solidFill>
            </a:endParaRPr>
          </a:p>
          <a:p>
            <a:r>
              <a:rPr lang="en-IN" sz="1500" b="1">
                <a:solidFill>
                  <a:schemeClr val="tx2"/>
                </a:solidFill>
              </a:rPr>
              <a:t>Presented by: Likhitha H R</a:t>
            </a:r>
            <a:endParaRPr lang="en-IN" sz="1500">
              <a:solidFill>
                <a:schemeClr val="tx2"/>
              </a:solidFill>
            </a:endParaRPr>
          </a:p>
          <a:p>
            <a:endParaRPr lang="en-IN" sz="150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7400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Phishing">
            <a:extLst>
              <a:ext uri="{FF2B5EF4-FFF2-40B4-BE49-F238E27FC236}">
                <a16:creationId xmlns:a16="http://schemas.microsoft.com/office/drawing/2014/main" id="{5061339B-0E26-0EC9-914A-1F4ADF634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84B609-C21E-BB95-997A-8399A8DD2FED}"/>
              </a:ext>
            </a:extLst>
          </p:cNvPr>
          <p:cNvSpPr txBox="1"/>
          <p:nvPr/>
        </p:nvSpPr>
        <p:spPr>
          <a:xfrm>
            <a:off x="348526" y="540970"/>
            <a:ext cx="11518232" cy="605233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type of cyberattack in which attackers use deceptive messages, websites, or other communication to trick sensitive information or taking an unsafe action. people into revealing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Message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Link / Website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Theft                                 </a:t>
            </a:r>
            <a:r>
              <a:rPr lang="en-US" sz="6000" dirty="0"/>
              <a:t>                                                                                               </a:t>
            </a:r>
          </a:p>
        </p:txBody>
      </p:sp>
      <p:pic>
        <p:nvPicPr>
          <p:cNvPr id="17" name="Graphic 16" descr="Phishing">
            <a:extLst>
              <a:ext uri="{FF2B5EF4-FFF2-40B4-BE49-F238E27FC236}">
                <a16:creationId xmlns:a16="http://schemas.microsoft.com/office/drawing/2014/main" id="{12308857-0B21-4427-B51A-97DDBADAA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5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Programmer">
            <a:extLst>
              <a:ext uri="{FF2B5EF4-FFF2-40B4-BE49-F238E27FC236}">
                <a16:creationId xmlns:a16="http://schemas.microsoft.com/office/drawing/2014/main" id="{03329166-4D60-E9AB-9E39-78816590E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9B468-FC72-638B-D808-4EA5590A1CAA}"/>
              </a:ext>
            </a:extLst>
          </p:cNvPr>
          <p:cNvSpPr txBox="1"/>
          <p:nvPr/>
        </p:nvSpPr>
        <p:spPr>
          <a:xfrm>
            <a:off x="2187364" y="0"/>
            <a:ext cx="5801917" cy="61290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Phishing Work?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Attacker creates a deceptive message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Message is sent to the victim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Victim clicks a link / opens attachment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Victim is directed to a deceptive page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Victim may reveal sensitive information</a:t>
            </a:r>
          </a:p>
        </p:txBody>
      </p:sp>
      <p:pic>
        <p:nvPicPr>
          <p:cNvPr id="17" name="Graphic 16" descr="Programmer">
            <a:extLst>
              <a:ext uri="{FF2B5EF4-FFF2-40B4-BE49-F238E27FC236}">
                <a16:creationId xmlns:a16="http://schemas.microsoft.com/office/drawing/2014/main" id="{34977FA8-EBB4-47AB-9167-455776F6A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8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4FEDA-296B-EBEE-98B0-88817C623336}"/>
              </a:ext>
            </a:extLst>
          </p:cNvPr>
          <p:cNvSpPr txBox="1"/>
          <p:nvPr/>
        </p:nvSpPr>
        <p:spPr>
          <a:xfrm>
            <a:off x="2197101" y="-625641"/>
            <a:ext cx="4978399" cy="1764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Phishing</a:t>
            </a:r>
          </a:p>
        </p:txBody>
      </p:sp>
      <p:pic>
        <p:nvPicPr>
          <p:cNvPr id="7" name="Graphic 6" descr="Email">
            <a:extLst>
              <a:ext uri="{FF2B5EF4-FFF2-40B4-BE49-F238E27FC236}">
                <a16:creationId xmlns:a16="http://schemas.microsoft.com/office/drawing/2014/main" id="{44C6EF09-62A1-44C2-6B25-25A409A0F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Email">
            <a:extLst>
              <a:ext uri="{FF2B5EF4-FFF2-40B4-BE49-F238E27FC236}">
                <a16:creationId xmlns:a16="http://schemas.microsoft.com/office/drawing/2014/main" id="{7DB1E480-4355-4A22-9CFF-EBD5A4B3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18499-232F-7063-52CB-137496A43680}"/>
              </a:ext>
            </a:extLst>
          </p:cNvPr>
          <p:cNvSpPr txBox="1"/>
          <p:nvPr/>
        </p:nvSpPr>
        <p:spPr>
          <a:xfrm>
            <a:off x="2006600" y="1550529"/>
            <a:ext cx="100125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Email Phishing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emails designed to trick users.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Spear Phishing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targeted phishing attempt aimed at a specific person or organization.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Smishing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through SMS/text messages.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Vishing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through voice calls.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Website Phishing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deceptive website designed to appear legitimate.</a:t>
            </a:r>
          </a:p>
        </p:txBody>
      </p:sp>
    </p:spTree>
    <p:extLst>
      <p:ext uri="{BB962C8B-B14F-4D97-AF65-F5344CB8AC3E}">
        <p14:creationId xmlns:p14="http://schemas.microsoft.com/office/powerpoint/2010/main" val="183032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9A513-CBF1-2091-3D24-37811408FEC9}"/>
              </a:ext>
            </a:extLst>
          </p:cNvPr>
          <p:cNvSpPr txBox="1"/>
          <p:nvPr/>
        </p:nvSpPr>
        <p:spPr>
          <a:xfrm>
            <a:off x="2649611" y="-832541"/>
            <a:ext cx="5801917" cy="2228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Identify a Phishing Email</a:t>
            </a:r>
          </a:p>
        </p:txBody>
      </p:sp>
      <p:pic>
        <p:nvPicPr>
          <p:cNvPr id="11" name="Graphic 10" descr="Email">
            <a:extLst>
              <a:ext uri="{FF2B5EF4-FFF2-40B4-BE49-F238E27FC236}">
                <a16:creationId xmlns:a16="http://schemas.microsoft.com/office/drawing/2014/main" id="{A03DF1A6-713B-5984-6F8D-5B4C56789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C7EDF9-8273-CD30-1ECA-B5E02DC4ED01}"/>
              </a:ext>
            </a:extLst>
          </p:cNvPr>
          <p:cNvSpPr txBox="1"/>
          <p:nvPr/>
        </p:nvSpPr>
        <p:spPr>
          <a:xfrm>
            <a:off x="1796143" y="1491343"/>
            <a:ext cx="8262257" cy="26989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Unknown or suspicious sender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Unexpected request for sensitive  information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Urgent or threatening language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Suspicious links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Unexpected attachments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Spelling or formatting inconsistencies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Offers that seem unusually attractive</a:t>
            </a:r>
          </a:p>
        </p:txBody>
      </p:sp>
      <p:pic>
        <p:nvPicPr>
          <p:cNvPr id="13" name="Graphic 12" descr="Email">
            <a:extLst>
              <a:ext uri="{FF2B5EF4-FFF2-40B4-BE49-F238E27FC236}">
                <a16:creationId xmlns:a16="http://schemas.microsoft.com/office/drawing/2014/main" id="{3F71503F-EC6C-4D6B-9939-B1B24E35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5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ED04C-19DE-BD3B-D05A-398143DF69D9}"/>
              </a:ext>
            </a:extLst>
          </p:cNvPr>
          <p:cNvSpPr txBox="1"/>
          <p:nvPr/>
        </p:nvSpPr>
        <p:spPr>
          <a:xfrm>
            <a:off x="4636167" y="288758"/>
            <a:ext cx="7764379" cy="5276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to Identify a Fake Website</a:t>
            </a: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3B831261-9ADE-529F-20DC-D8EF77D2B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C6FA450-DD01-6037-6D6F-55C48756D7CE}"/>
              </a:ext>
            </a:extLst>
          </p:cNvPr>
          <p:cNvSpPr txBox="1"/>
          <p:nvPr/>
        </p:nvSpPr>
        <p:spPr>
          <a:xfrm>
            <a:off x="5518483" y="978568"/>
            <a:ext cx="651309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Carefully check the website address.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 unusual or misspelled domains.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assume HTTPS alone proves a website is legitimate.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entering passwords through unexpected links.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to the organization's official website independently when in doubt.</a:t>
            </a:r>
          </a:p>
        </p:txBody>
      </p:sp>
    </p:spTree>
    <p:extLst>
      <p:ext uri="{BB962C8B-B14F-4D97-AF65-F5344CB8AC3E}">
        <p14:creationId xmlns:p14="http://schemas.microsoft.com/office/powerpoint/2010/main" val="38163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DC059-EE0F-B916-6C31-FF2721F5DCE3}"/>
              </a:ext>
            </a:extLst>
          </p:cNvPr>
          <p:cNvSpPr txBox="1"/>
          <p:nvPr/>
        </p:nvSpPr>
        <p:spPr>
          <a:xfrm>
            <a:off x="804672" y="52996"/>
            <a:ext cx="4805996" cy="55119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Social Engineering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B54102AC-6551-BEA4-A067-152AA6202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FBF33C-F555-0F15-D1B4-8869A9AE3703}"/>
              </a:ext>
            </a:extLst>
          </p:cNvPr>
          <p:cNvSpPr txBox="1"/>
          <p:nvPr/>
        </p:nvSpPr>
        <p:spPr>
          <a:xfrm>
            <a:off x="513347" y="753980"/>
            <a:ext cx="680185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Techniques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that attackers can manipulate people psychologically rather than relying only on technical vulnerabilities.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five boxes: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"Act immediately!"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"Your account will be blocked!"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"I'm calling from your bank."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CURIOSITY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"Look at this document."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"You have won a prize!"</a:t>
            </a:r>
          </a:p>
        </p:txBody>
      </p:sp>
    </p:spTree>
    <p:extLst>
      <p:ext uri="{BB962C8B-B14F-4D97-AF65-F5344CB8AC3E}">
        <p14:creationId xmlns:p14="http://schemas.microsoft.com/office/powerpoint/2010/main" val="96056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op shot of a representation of networks with stick figures.">
            <a:extLst>
              <a:ext uri="{FF2B5EF4-FFF2-40B4-BE49-F238E27FC236}">
                <a16:creationId xmlns:a16="http://schemas.microsoft.com/office/drawing/2014/main" id="{8E8F5528-609A-9FA6-5988-5BC20526F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41" r="9709"/>
          <a:stretch>
            <a:fillRect/>
          </a:stretch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3396A8-FC22-0740-93D7-49DAC9465349}"/>
              </a:ext>
            </a:extLst>
          </p:cNvPr>
          <p:cNvSpPr txBox="1"/>
          <p:nvPr/>
        </p:nvSpPr>
        <p:spPr>
          <a:xfrm>
            <a:off x="5953893" y="-350930"/>
            <a:ext cx="5148469" cy="10585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Real-world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A3B6A-BFCB-2087-617C-826A7630A83D}"/>
              </a:ext>
            </a:extLst>
          </p:cNvPr>
          <p:cNvSpPr txBox="1"/>
          <p:nvPr/>
        </p:nvSpPr>
        <p:spPr>
          <a:xfrm>
            <a:off x="6035992" y="1596472"/>
            <a:ext cx="4977578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Situation: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deceptive communication impersonates a legitimate organization.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technique: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+ deceptive link.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victim action: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victim follows the link and attempts to provide information.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lesson: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the sender and destination before providing information.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Don't include a working malicious URL or instructions for creating a phishing campaign. This is an awareness project.</a:t>
            </a:r>
          </a:p>
        </p:txBody>
      </p:sp>
    </p:spTree>
    <p:extLst>
      <p:ext uri="{BB962C8B-B14F-4D97-AF65-F5344CB8AC3E}">
        <p14:creationId xmlns:p14="http://schemas.microsoft.com/office/powerpoint/2010/main" val="2244303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A0F25-937F-76EB-EEB2-7CE869F38F7A}"/>
              </a:ext>
            </a:extLst>
          </p:cNvPr>
          <p:cNvSpPr txBox="1"/>
          <p:nvPr/>
        </p:nvSpPr>
        <p:spPr>
          <a:xfrm>
            <a:off x="7055883" y="177095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Prevention</a:t>
            </a:r>
          </a:p>
        </p:txBody>
      </p:sp>
      <p:pic>
        <p:nvPicPr>
          <p:cNvPr id="7" name="Graphic 6" descr="Medical">
            <a:extLst>
              <a:ext uri="{FF2B5EF4-FFF2-40B4-BE49-F238E27FC236}">
                <a16:creationId xmlns:a16="http://schemas.microsoft.com/office/drawing/2014/main" id="{1721510E-F9FD-B077-6E08-E2B2C2080C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3C18F3-4270-4D33-4D32-C1E0C969E666}"/>
              </a:ext>
            </a:extLst>
          </p:cNvPr>
          <p:cNvSpPr txBox="1"/>
          <p:nvPr/>
        </p:nvSpPr>
        <p:spPr>
          <a:xfrm>
            <a:off x="5309937" y="1010653"/>
            <a:ext cx="688175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Verify unexpected requests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Check links before opening them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Use strong, unique passwords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Enable multi-factor authentication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Don't share OTPs or passwords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Keep software and browsers updated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Report suspicious messages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When unsure, contact the organization using an independently verified contact method</a:t>
            </a:r>
          </a:p>
        </p:txBody>
      </p:sp>
    </p:spTree>
    <p:extLst>
      <p:ext uri="{BB962C8B-B14F-4D97-AF65-F5344CB8AC3E}">
        <p14:creationId xmlns:p14="http://schemas.microsoft.com/office/powerpoint/2010/main" val="139558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67464-1A74-74B3-E227-9C7909C8BFCF}"/>
              </a:ext>
            </a:extLst>
          </p:cNvPr>
          <p:cNvSpPr txBox="1"/>
          <p:nvPr/>
        </p:nvSpPr>
        <p:spPr>
          <a:xfrm>
            <a:off x="6414199" y="273348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if you clicked?</a:t>
            </a:r>
          </a:p>
        </p:txBody>
      </p:sp>
      <p:pic>
        <p:nvPicPr>
          <p:cNvPr id="7" name="Graphic 6" descr="Cursor">
            <a:extLst>
              <a:ext uri="{FF2B5EF4-FFF2-40B4-BE49-F238E27FC236}">
                <a16:creationId xmlns:a16="http://schemas.microsoft.com/office/drawing/2014/main" id="{BF996DE6-C623-EF80-4FA8-53F3AD177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A1AA47-7D74-B2B3-922A-F928BA10CC40}"/>
              </a:ext>
            </a:extLst>
          </p:cNvPr>
          <p:cNvSpPr txBox="1"/>
          <p:nvPr/>
        </p:nvSpPr>
        <p:spPr>
          <a:xfrm>
            <a:off x="5442698" y="1267326"/>
            <a:ext cx="640883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interacting with the page.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Don't enter additional information.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If you entered a password, change it through the legitimate service.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If appropriate, notify your organization/bank/service provider.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Report the suspicious message.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Monitor the affected account for unusual activity.</a:t>
            </a:r>
          </a:p>
        </p:txBody>
      </p:sp>
    </p:spTree>
    <p:extLst>
      <p:ext uri="{BB962C8B-B14F-4D97-AF65-F5344CB8AC3E}">
        <p14:creationId xmlns:p14="http://schemas.microsoft.com/office/powerpoint/2010/main" val="416412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CAC9F-415E-9863-E294-2B606403BA51}"/>
              </a:ext>
            </a:extLst>
          </p:cNvPr>
          <p:cNvSpPr txBox="1"/>
          <p:nvPr/>
        </p:nvSpPr>
        <p:spPr>
          <a:xfrm>
            <a:off x="4822395" y="1815320"/>
            <a:ext cx="6793661" cy="39260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Click immediately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Reply with your password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Verify the request independently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Forward it to everyone</a:t>
            </a:r>
            <a:endParaRPr lang="en-US" sz="2400" kern="12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48929EFC-A972-A3EA-D045-7BB9EB86A9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3B303EE-7BBD-36EB-0379-BF9EEF692C98}"/>
              </a:ext>
            </a:extLst>
          </p:cNvPr>
          <p:cNvSpPr txBox="1"/>
          <p:nvPr/>
        </p:nvSpPr>
        <p:spPr>
          <a:xfrm>
            <a:off x="4186988" y="1116590"/>
            <a:ext cx="635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receive an unexpected message saying: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9C109-F69E-3024-280D-23A653D53B1D}"/>
              </a:ext>
            </a:extLst>
          </p:cNvPr>
          <p:cNvSpPr txBox="1"/>
          <p:nvPr/>
        </p:nvSpPr>
        <p:spPr>
          <a:xfrm>
            <a:off x="4246756" y="3525419"/>
            <a:ext cx="65014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2.Which is a warning sign of phishing?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A. Unexpected urgency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B. Suspicious link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C.Unknown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sender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D. All of the above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FB1FD5-9AC8-064A-80DA-A9B0DEBDB081}"/>
              </a:ext>
            </a:extLst>
          </p:cNvPr>
          <p:cNvSpPr txBox="1"/>
          <p:nvPr/>
        </p:nvSpPr>
        <p:spPr>
          <a:xfrm>
            <a:off x="6234422" y="174171"/>
            <a:ext cx="2909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</a:t>
            </a:r>
          </a:p>
        </p:txBody>
      </p:sp>
    </p:spTree>
    <p:extLst>
      <p:ext uri="{BB962C8B-B14F-4D97-AF65-F5344CB8AC3E}">
        <p14:creationId xmlns:p14="http://schemas.microsoft.com/office/powerpoint/2010/main" val="35606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 descr="Checkmark">
            <a:extLst>
              <a:ext uri="{FF2B5EF4-FFF2-40B4-BE49-F238E27FC236}">
                <a16:creationId xmlns:a16="http://schemas.microsoft.com/office/drawing/2014/main" id="{FFD88DD8-B21D-EA6E-2D85-5178188DDD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AD43B0-22D1-0080-5AE5-9B2E29187C06}"/>
              </a:ext>
            </a:extLst>
          </p:cNvPr>
          <p:cNvSpPr txBox="1"/>
          <p:nvPr/>
        </p:nvSpPr>
        <p:spPr>
          <a:xfrm>
            <a:off x="5674751" y="401053"/>
            <a:ext cx="5234067" cy="346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3.What should you do if an unexpected message asks for your OTP?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AutoNum type="alphaUcPeriod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it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Post it online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Never share it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Send it to the sender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AutoNum type="alphaUcPeriod"/>
            </a:pP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2ADC667-E62A-868D-8BB3-0F40665E6D83}"/>
              </a:ext>
            </a:extLst>
          </p:cNvPr>
          <p:cNvSpPr txBox="1"/>
          <p:nvPr/>
        </p:nvSpPr>
        <p:spPr>
          <a:xfrm>
            <a:off x="5931238" y="3429000"/>
            <a:ext cx="52340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4.What does "smishing" refer to?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Phishing through SMS/text messages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Phishing through websites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Phishing through voice calls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Malware scanning</a:t>
            </a:r>
          </a:p>
        </p:txBody>
      </p:sp>
    </p:spTree>
    <p:extLst>
      <p:ext uri="{BB962C8B-B14F-4D97-AF65-F5344CB8AC3E}">
        <p14:creationId xmlns:p14="http://schemas.microsoft.com/office/powerpoint/2010/main" val="382042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E60F7-FDB9-1534-7D28-180DDFB8C640}"/>
              </a:ext>
            </a:extLst>
          </p:cNvPr>
          <p:cNvSpPr txBox="1"/>
          <p:nvPr/>
        </p:nvSpPr>
        <p:spPr>
          <a:xfrm>
            <a:off x="1892968" y="-689811"/>
            <a:ext cx="6417925" cy="2808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Gavel">
            <a:extLst>
              <a:ext uri="{FF2B5EF4-FFF2-40B4-BE49-F238E27FC236}">
                <a16:creationId xmlns:a16="http://schemas.microsoft.com/office/drawing/2014/main" id="{223172DE-3DAF-756C-A8A9-3E90BC3EE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67261-0D63-5443-7A1F-ED33E7A0682D}"/>
              </a:ext>
            </a:extLst>
          </p:cNvPr>
          <p:cNvSpPr txBox="1"/>
          <p:nvPr/>
        </p:nvSpPr>
        <p:spPr>
          <a:xfrm>
            <a:off x="450253" y="2217812"/>
            <a:ext cx="8693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→ THINK → VERIFY → REPORT</a:t>
            </a:r>
          </a:p>
        </p:txBody>
      </p:sp>
    </p:spTree>
    <p:extLst>
      <p:ext uri="{BB962C8B-B14F-4D97-AF65-F5344CB8AC3E}">
        <p14:creationId xmlns:p14="http://schemas.microsoft.com/office/powerpoint/2010/main" val="43960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690</Words>
  <Application>Microsoft Office PowerPoint</Application>
  <PresentationFormat>Widescreen</PresentationFormat>
  <Paragraphs>99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PHISHING AWARENESS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Likhitha H R</dc:creator>
  <cp:lastModifiedBy>Likhitha H R</cp:lastModifiedBy>
  <cp:revision>1</cp:revision>
  <dcterms:created xsi:type="dcterms:W3CDTF">2026-09-19T02:20:02Z</dcterms:created>
  <dcterms:modified xsi:type="dcterms:W3CDTF">2026-09-19T03:36:12Z</dcterms:modified>
</cp:coreProperties>
</file>